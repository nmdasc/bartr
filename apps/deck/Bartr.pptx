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36.2 million small businesses. Almost none has a continuously visible price. Want a laundromat in Squirrel Hill? There is no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get cash for 30 percent and keep the keys. Investors get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all running: connect buyers and sellers, find businesses, appraise with a range, run the market, keep it fair, watch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Q&amp;A appendix. Stop the public presentation on slide 16. Press Q from anywhere to jump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distinguish the 36.2 million business context from the initial reachable market. Lead with aging owners and demonstrated buyer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and consent: the first wedge is acquisition search. Unclaimed pages need clear attribution, correction, opt-out and no trading before owner acceptance.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Google finds locations, BizBuySell begins after a sale decision, and crowdfunding focuses on issuance. The code alone is not the moat.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call the pre-owner number an estimate with a range. The calibration path exists, but production accuracy has not yet been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design: production cannot promise liquidity. The owner bid is finite, and thin markets remain vulnerable even with rules and halts.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Regulation: the interests are securities. Production issuance and secondary execution require licensed partners and an offering exemption.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rights: the demo models economic units. Production documents must define voting, distributions, dilution, information rights and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model: paid acquisition intelligence is the first hypothesis. Validate owner conversion and transaction economics before claiming a large revenue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truth: name the real API and engine, then name seeded data, bots, cached research, demo balances and demo identity without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rules create flags and models review them. The current audit log is application append-only, not cryptographically immutable.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questions: owner trust is the core assumption. State the tests that could validate or disprove the exchange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2026-09-12T18:46:09Z</dcterms:created>
  <dcterms:modified xsi:type="dcterms:W3CDTF">2026-09-12T18:46:09Z</dcterms:modified>
</cp:coreProperties>
</file>