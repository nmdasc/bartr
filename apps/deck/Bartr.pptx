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laundromat on Murray Avenue is worth 570,768 dollars, give or take 22 percent. Today you can buy 20 shares of it. That is Bartr.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 million small businesses. Almost none has a price. Want a laundromat in Squirrel Hill? There is no list, and nothing you find has a number next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Buyers see what a shop is worth, buy 20 shares, or buy all of it. Owners sell 30 percent to the crowd and keep running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laundromat in Pittsburgh. Places finds them, Querit reads the web, Grok turns the pages into a profile where every number keeps the sentence it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Squirrel Hill Wash and Fold: 570,768 dollars, range 475 to 686 thousand. 57.08 a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ways to value it, each with its own typical miss. Weighted by one over the miss squared. Each method is a bit off and they disagree; we add both. A range, never a bare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owner is the seller. Five lots just above our value, a buyback bid below it. Every round, one price for everyone. Our value updates from what buyers paid and the owner quotes move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rounds. Everyone in the round paid 58.67, including Jonas who bid 64.20. Round two: our value moved, the owner requoted, Jonas sold part of his stake at the same price the new buyers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price, no head start. Price check, no trading with yourself, size limits, a 10 percent band, proportional fills, an audit log. Being fast buys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suggestion shows the gap between our value and the price. Kelly turns that into a stake. The slider is your risk level; move it and the gain and the possible loss move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20 shares to the whole company: a letter of intent at the last price and a Pittsburgh checklist that links to the official forms.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scan every trade. Grok and K2 review every flag separately. Grok also attacks the market as red team so the rules get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company is appraised twice: Grok researches and names a value, K2 names one without seeing Grok s, both go into the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Next.js, FastAPI, Atlas, Places, Querit, Grok, K2, iMessage. 103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laundromat on Murray Avenue has a price. Scan, buy 20 shares, watch the next 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Bartr</dc:title>
  <dc:subject>PptxGenJS Presentation</dc:subject>
  <dc:creator>PptxGenJS</dc:creator>
  <cp:lastModifiedBy>PptxGenJS</cp:lastModifiedBy>
  <cp:revision>1</cp:revision>
  <dcterms:created xsi:type="dcterms:W3CDTF">2026-09-12T04:16:01Z</dcterms:created>
  <dcterms:modified xsi:type="dcterms:W3CDTF">2026-09-12T04:16:01Z</dcterms:modified>
</cp:coreProperties>
</file>