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Discover, exchange, acquire. The first stock market for the businesses that will never be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33 million small businesses in the US and none of them has a price. If you wanted to buy a laundromat in Squirrel Hill tonight you could not even find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 a business, own a piece of it, buy the whole thing. One place. Nobody has built that exchange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"laundromat in Pittsburgh". Places finds real businesses, Querit reads the web about each one, Grok extracts a cited profile, the ensemble prices it with a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Squirrel Hill Wash and Fold. Sources, estimators, a range not a number, the live book and the countdown.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piece of evidence is its own estimate with its own uncertainty. Precision weighted, wider when they disagree, calibrated on real listings.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owner is the other side. An ask ladder for 30 percent of the shares at P55 to P80, a buyback floor at P20. Every ten seconds the book clears at one price. The platform never trades.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the QR and bid. Watch the batch: people quote, the countdown hits zero, demand meets supply, one price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 by construction. Price clamp, self trade prevention, position limits, one uniform price per round, a ten percent band, pro rata fills, an append only audit log. Speed buys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for you to make money. Edge shown on every suggestion, your own Kelly multiplier, always an exit at the owner floor. We are never your counterparty.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Acquire. A drafted LOI and a Pittsburgh specific diligence checklist with citations. From a share to the whole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trade is reviewed by a panel of AI agents: a rules agent, Grok, and K2 as an independent second model. A planted wash trade gets flagged, explained, and frozen.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runs: Next.js on Vercel, FastAPI on Vultr, MongoDB Atlas with Vector Search, Auth0, Places, Querit, Grok, K2. Built in 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Discover. Exchange. Acquire.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Bartr</dc:title>
  <dc:subject>PptxGenJS Presentation</dc:subject>
  <dc:creator>PptxGenJS</dc:creator>
  <cp:lastModifiedBy>PptxGenJS</cp:lastModifiedBy>
  <cp:revision>1</cp:revision>
  <dcterms:created xsi:type="dcterms:W3CDTF">2026-09-12T03:11:02Z</dcterms:created>
  <dcterms:modified xsi:type="dcterms:W3CDTF">2026-09-12T03:11:02Z</dcterms:modified>
</cp:coreProperties>
</file>