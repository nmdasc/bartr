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Bartr. Discover, exchange, acquire. A price and a market for the businesses nobody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million small businesses. Almost none has a price. If you wanted to buy a laundromat in Squirrel Hill tonight you could not even find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buyer: a price with an error bar, then 20 shares, then the keys. For an owner: sell 30 percent to the crowd, keep the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laundromat in Pittsburgh. Places finds them, Querit reads the web, Grok extracts a profile where every number carries its quote. The ensemble prices it with a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Squirrel Hill Wash and Fold. 571 thousand, plus or minus 22 percent. Live book, countdown, order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methods, each with a measured miss. Blend them, trusting the tighter ones. Doubt has two parts: the methods own error and how much they disagree. A range, never a bare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owner is the seller. An ask ladder for 30 percent just above the model value, a buyback floor at P20. Every round, one price for everyone. Between rounds the owner requotes.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Scan the QR and bid. Three rounds: one price per round, the owner requotes, in round three a holder sells to new buyers at the same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price, no head start. Clamp, self trade check, limits, a ten percent band, pro rata fills, an append only audit log. Speed buys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 the edge, size it, keep an exit. Model value next to market price, your own Kelly dial, the owner buyback bid standing in every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a share to the whole company. An LOI at the last clearing price and a Pittsburgh checklist that links to official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scan every trade. Every flag goes to Grok and to K2 separately. If they disagree, we show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tier appraisal: Grok researches with web search and appraises, K2 gives an independent number, both are clamped and go into the ensemble with their own doubt. Grok also reviews flags, red teams the market, and runs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Next.js, FastAPI, MongoDB Atlas, Places, Querit, Grok, K2, an iMessage bridge to the same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Bartr. Discover. Exchange. Acquire.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adityadewan/Documents/Professional/University/Carnegie mellon university/Year Three./HACKCMU/JB/apps/deck/.stills/s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adityadewan/Documents/Professional/University/Carnegie mellon university/Year Three./HACKCMU/JB/apps/deck/.stills/s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adityadewan/Documents/Professional/University/Carnegie mellon university/Year Three./HACKCMU/JB/apps/deck/.stills/s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adityadewan/Documents/Professional/University/Carnegie mellon university/Year Three./HACKCMU/JB/apps/deck/.stills/s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adityadewan/Documents/Professional/University/Carnegie mellon university/Year Three./HACKCMU/JB/apps/deck/.stills/s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pic>
        <p:nvPicPr>
          <p:cNvPr id="2" name="Image 0" descr="/Users/adityadewan/Documents/Professional/University/Carnegie mellon university/Year Three./HACKCMU/JB/apps/deck/.stills/s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pic>
        <p:nvPicPr>
          <p:cNvPr id="2" name="Image 0" descr="/Users/adityadewan/Documents/Professional/University/Carnegie mellon university/Year Three./HACKCMU/JB/apps/deck/.stills/s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pic>
        <p:nvPicPr>
          <p:cNvPr id="2" name="Image 0" descr="/Users/adityadewan/Documents/Professional/University/Carnegie mellon university/Year Three./HACKCMU/JB/apps/deck/.stills/s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pic>
        <p:nvPicPr>
          <p:cNvPr id="2" name="Image 0" descr="/Users/adityadewan/Documents/Professional/University/Carnegie mellon university/Year Three./HACKCMU/JB/apps/deck/.stills/s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pic>
        <p:nvPicPr>
          <p:cNvPr id="2" name="Image 0" descr="/Users/adityadewan/Documents/Professional/University/Carnegie mellon university/Year Three./HACKCMU/JB/apps/deck/.stills/s1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pic>
        <p:nvPicPr>
          <p:cNvPr id="2" name="Image 0" descr="/Users/adityadewan/Documents/Professional/University/Carnegie mellon university/Year Three./HACKCMU/JB/apps/deck/.stills/s1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pic>
        <p:nvPicPr>
          <p:cNvPr id="2" name="Image 0" descr="/Users/adityadewan/Documents/Professional/University/Carnegie mellon university/Year Three./HACKCMU/JB/apps/deck/.stills/s1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pic>
        <p:nvPicPr>
          <p:cNvPr id="2" name="Image 0" descr="/Users/adityadewan/Documents/Professional/University/Carnegie mellon university/Year Three./HACKCMU/JB/apps/deck/.stills/s1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pic>
        <p:nvPicPr>
          <p:cNvPr id="2" name="Image 0" descr="/Users/adityadewan/Documents/Professional/University/Carnegie mellon university/Year Three./HACKCMU/JB/apps/deck/.stills/s1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pic>
        <p:nvPicPr>
          <p:cNvPr id="2" name="Image 0" descr="/Users/adityadewan/Documents/Professional/University/Carnegie mellon university/Year Three./HACKCMU/JB/apps/deck/.stills/s1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Bartr</dc:title>
  <dc:subject>PptxGenJS Presentation</dc:subject>
  <dc:creator>PptxGenJS</dc:creator>
  <cp:lastModifiedBy>PptxGenJS</cp:lastModifiedBy>
  <cp:revision>1</cp:revision>
  <dcterms:created xsi:type="dcterms:W3CDTF">2026-09-12T03:53:24Z</dcterms:created>
  <dcterms:modified xsi:type="dcterms:W3CDTF">2026-09-12T03:53:24Z</dcterms:modified>
</cp:coreProperties>
</file>