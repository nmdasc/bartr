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million small businesses. Almost none has a price. Want a laundromat in Squirrel Hill? There is no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get cash for 30 percent and keep the keys. Investors get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all running: connect buyers and sellers, find businesses, appraise with a range, run the market, keep it fair, watch every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typed in by hand. Grok reads the brief. Google Places lists every business in the city. Querit finds twelve pages about them and reads the best six. Grok turns pages into profiles where every figure keeps its sentence and its URL. Ranked by evidence, valued five ways, on the page as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Each method is a bit off and they disagree; we add both.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is the seller. Five lots above our value, a buyback below. Every round, one price for everyone, and the owner requotes from the updated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 move it and the gain and the possible loss move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103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has a price. Scan, buy 20 shares, watch the next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2026-09-12T16:30:40Z</dcterms:created>
  <dcterms:modified xsi:type="dcterms:W3CDTF">2026-09-12T16:30:40Z</dcterms:modified>
</cp:coreProperties>
</file>