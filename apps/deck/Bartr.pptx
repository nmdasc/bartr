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Discover, exchange, acquire. A price and a market for the businesses nobody 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 million small businesses. Almost none has a price. If you wanted to buy a laundromat in Squirrel Hill tonight you could not even find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buyer: a price with an error bar, then 20 shares, then the keys. For an owner: cash for 30 percent, keep the keys, no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laundromat in Pittsburgh. Places finds them, Querit reads the web, Grok extracts a profile where every number carries its quote. The ensemble prices it with a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Squirrel Hill Wash and Fold. 571 thousand, plus or minus 22 percent. Live book, countdown, order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methods, each with a measured miss. Blend them, trusting the tighter ones. Doubt has two parts: the methods own error and how much they disagree. A range, never a bare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owner is the seller. An ask ladder for 30 percent just above the model value, a buyback floor at P20. Every round, one price for everyone. Between rounds the owner requotes.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the QR and bid. Three rounds: one price per round, the owner requotes, in round three a holder sells to new buyers at the same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price, no head start. Clamp, self trade check, limits, a ten percent band, pro rata fills, an append only audit log. Speed buys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edge, size it, keep an exit. Model value next to market price, your own Kelly dial, the owner buyback bid standing in every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a share to the whole company. An LOI at the last clearing price and a Pittsburgh checklist that links to official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scan every trade. Every flag goes to Grok and to K2 separately. If they disagree, we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Grok reads the web, but a number is kept only if its quote is in the page. Grok gives a valuation opinion with its own doubt, reviews flags, and runs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Next.js, FastAPI, MongoDB Atlas, Places, Querit, Grok, K2, an iMessage bridge to the same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Discover. Exchange. Acquire.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Bartr</dc:title>
  <dc:subject>PptxGenJS Presentation</dc:subject>
  <dc:creator>PptxGenJS</dc:creator>
  <cp:lastModifiedBy>PptxGenJS</cp:lastModifiedBy>
  <cp:revision>1</cp:revision>
  <dcterms:created xsi:type="dcterms:W3CDTF">2026-09-12T03:41:38Z</dcterms:created>
  <dcterms:modified xsi:type="dcterms:W3CDTF">2026-09-12T03:41:38Z</dcterms:modified>
</cp:coreProperties>
</file>