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laundromat on Murray Avenue is worth 570,768 dollars, give or take 22 percent. Today you can buy 20 shares of it. That is Bartr.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 million small businesses. Almost none has a price. Want a laundromat in Squirrel Hill? There is no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connect buyers and sellers. Owners get cash for 30 percent and keep the keys. Investors get 20 shares with a price and a way out. Acquirers get the owner s ear and a letter of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things, all running: connect buyers and sellers, find businesses, appraise with a range, run the market, keep it fair, watch every trade.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laundromat in Pittsburgh. Places, Querit, Grok. Every number keeps the sentence it came from. 53 real businesses priced.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Squirrel Hill Wash and Fold: 570,768 dollars, range 475 to 686 thousand.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ways to value it, each with its own typical miss. Weighted by one over the miss squared. Each method is a bit off and they disagree; we add both. A range, never a bare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owner is the seller. Five lots above our value, a buyback below. Every round, one price for everyone, and the owner requotes from the updated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rounds. Everyone paid 58.67, including Jonas who bid 64.20. Round two: the value moved, the owner requoted, Jonas sold part of his stake at the same price the new buyers 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price, no head start. Price check, no self trades, size limits, a 10 percent band, proportional fills, an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suggestion shows the gap. Kelly sizes the stake. The slider is your risk: move it and the gain and the possible loss move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20 shares to the whole company: an LOI at the last price and a Pittsburgh checklist with the official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catch it, two models judge it separately, and Grok tries to beat it as red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company is appraised twice: Grok researches and names a value, K2 names one blind, both go into the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Next.js, FastAPI, Atlas, Places, Querit, Grok, K2, iMessage. 103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laundromat on Murray Avenue has a price. Scan, buy 20 shares, watch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Bartr</dc:title>
  <dc:subject>PptxGenJS Presentation</dc:subject>
  <dc:creator>PptxGenJS</dc:creator>
  <cp:lastModifiedBy>PptxGenJS</cp:lastModifiedBy>
  <cp:revision>1</cp:revision>
  <dcterms:created xsi:type="dcterms:W3CDTF">2026-09-12T04:29:27Z</dcterms:created>
  <dcterms:modified xsi:type="dcterms:W3CDTF">2026-09-12T04:29:27Z</dcterms:modified>
</cp:coreProperties>
</file>