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JB. A stock market for the businesses that will never be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33 million small businesses in the US and none of them has a price. If you wanted to buy a laundromat in Squirrel Hill tonight you could not even find the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"laundromat in Pittsburgh". Results stream in with bid, ask, confidence. Places finds them, Querit reads the web about each one, Grok extracts a cited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one. Profile with sources, five independent estimators and their spread, a valuation range, the live book and the countdown.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estimator is a belief about log value with its own sigma. Precision weighted, inflated by disagreement, calibrated on real listings. The owner quotes come from the same posterior.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ten seconds we run a uniform price auction and clear at the volume maximizing price. Price band, pro rata rationing, belief update after each round. The platform never trades.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 the QR and bid. Watch the batch clear: bids arrive, the countdown hits zero, demand meets supply, one price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Portfolio. Given your profile, here are four stakes sized by half Kelly on the gap between model value and market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Acquire. A drafted LOI and a Pittsburgh specific diligence checklist with citations. From a share to the whole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Surveillance. Every round two model families read the tape. Grok flags a planted wash trade, K2 concurs. Independent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Grok, IFM K2, Querit, MongoDB Atlas Vector Search, Auth0, Vultr, Vercel. Next.js and FastAPI, built in Cursor. Track: Optimization.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JB. Price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ityadewan/Documents/Professional/University/Carnegie mellon university/Year Three./HACKCMU/JB/apps/deck/.stills/s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JB</dc:title>
  <dc:subject>PptxGenJS Presentation</dc:subject>
  <dc:creator>PptxGenJS</dc:creator>
  <cp:lastModifiedBy>PptxGenJS</cp:lastModifiedBy>
  <cp:revision>1</cp:revision>
  <dcterms:created xsi:type="dcterms:W3CDTF">2026-09-12T02:46:19Z</dcterms:created>
  <dcterms:modified xsi:type="dcterms:W3CDTF">2026-09-12T02:46:19Z</dcterms:modified>
</cp:coreProperties>
</file>